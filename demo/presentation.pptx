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ExpenseTrail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9BF5"/>
                </a:solidFill>
              </a:defRPr>
            </a:pPr>
            <a:r>
              <a:t>DevSecOps Final Capstone  —  Session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A personal expense tracker, built to demonstrate the full path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from a developer laptop to a monitored Kubernetes deployment.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Repo: github.com/NoiceHax/expensetrail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Stack: FastAPI + PostgreSQL + Vite  |  Docker + GH Actions + Terraform + Helm + Prometheus/Grafana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95A5"/>
                </a:solidFill>
              </a:defRPr>
            </a:pPr>
            <a:r>
              <a:t>ExpenseTrail  ·  DevSecOps Capstone  ·  github.com/NoiceHax/expensetrail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1 —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9BF5"/>
                </a:solidFill>
              </a:defRPr>
            </a:pPr>
            <a:r>
              <a:t>What ExpenseTrail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Add what you spent, tag it with a category, filter by category, see totals.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6 REST endpoints: GET/POST /api/expenses, GET/PUT/DELETE /api/expenses/{id}, GET /api/summary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Probes: /health (liveness), /ready (checks the DB), /metrics (Prometheus).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Swagger docs at /docs when the backend runs.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Deliberately simple app — the project is the automated path it travels.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95A5"/>
                </a:solidFill>
              </a:defRPr>
            </a:pPr>
            <a:r>
              <a:t>ExpenseTrail  ·  DevSecOps Capstone  ·  github.com/NoiceHax/expensetrail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2 —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9BF5"/>
                </a:solidFill>
              </a:defRPr>
            </a:pPr>
            <a:r>
              <a:t>Languages, tools,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Backend: Python 3.12, FastAPI, SQLAlchemy, Alembic, PostgreSQL 16, pytest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Frontend: Vite, vanilla JS, nginx-unprivileged (static, no Node at runtime)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Containers: Docker, multi-stage frontend build, Compose (3 services, healthchecks)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CI/CD: GitHub Actions → GHCR (commit-SHA tags)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Security: Trivy, Bandit (SAST), pip-audit (SCA), gitleaks (secrets)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Infra: Terraform (AWS VPC + EKS), Kubernetes, Helm, ingress-nginx, Argo CD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Observability: Prometheus + Grafana; local verification on Minikube + LocalStack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95A5"/>
                </a:solidFill>
              </a:defRPr>
            </a:pPr>
            <a:r>
              <a:t>ExpenseTrail  ·  DevSecOps Capstone  ·  github.com/NoiceHax/expensetrail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3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9BF5"/>
                </a:solidFill>
              </a:defRPr>
            </a:pPr>
            <a:r>
              <a:t>How a change travels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developer ─► git push ─► GitHub Actions: test ► frontend build ► SAST/SCA/secrets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  ► build images ► Trivy gate ► push to GHCR (SHA tag)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Terraform ─► AWS VPC + EKS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Argo CD / helm upgrade ─► Kubernetes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browser ─► Ingress ┬─ / ─► frontend Service ─► nginx pods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                 └─ /api ─► backend Service ─► FastAPI pods (2+, HPA) ─► PostgreSQL (PVC)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/metrics ─► Prometheus ─► Grafana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95A5"/>
                </a:solidFill>
              </a:defRPr>
            </a:pPr>
            <a:r>
              <a:t>ExpenseTrail  ·  DevSecOps Capstone  ·  github.com/NoiceHax/expensetrail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4 — 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9BF5"/>
                </a:solidFill>
              </a:defRPr>
            </a:pPr>
            <a:r>
              <a:t>.github/workflows/ci-cd.yml — runs on every push to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test: pytest with coverage — any failure fails the whole build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frontend: npm run build (Vite)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security: Bandit + pip-audit + gitleaks over full history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images (backend × frontend): build ► Trivy scan (fails on fixable HIGH/CRITICAL)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  ► push to GHCR on main only, tagged with the commit SHA (never latest)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helm: helm lint + helm template render check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Traceability: commit A → image A, commit B → image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95A5"/>
                </a:solidFill>
              </a:defRPr>
            </a:pPr>
            <a:r>
              <a:t>ExpenseTrail  ·  DevSecOps Capstone  ·  github.com/NoiceHax/expensetrail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5 — Infrastructure (Terraform)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9BF5"/>
                </a:solidFill>
              </a:defRPr>
            </a:pPr>
            <a:r>
              <a:t>AWS VPC + EKS as code — terraform/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VPC 10.30.0.0/16, two public subnets in different AZs, IGW + route table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IAM roles, EKS cluster, managed node group (t3.medium, desired 2)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Region: ap-south-1. No credentials in code: terraform.tfvars.example only.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Evidence: terraform validate passes; plan = 15 resources incl. EKS + nodes.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Honest caveat: no AWS account in use — apply/destroy ran for the network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part only (7 resources) against LocalStack; EKS was planned, never created.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95A5"/>
                </a:solidFill>
              </a:defRPr>
            </a:pPr>
            <a:r>
              <a:t>ExpenseTrail  ·  DevSecOps Capstone  ·  github.com/NoiceHax/expensetrail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6 — Kubernetes + Helm + GitOps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9BF5"/>
                </a:solidFill>
              </a:defRPr>
            </a:pPr>
            <a:r>
              <a:t>helm/expensetrail + kubernetes/ + gitops/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kubectl apply -f kubernetes/namespace.yaml (also k8s/ alias at root)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helm upgrade --install expensetrail helm/expensetrail -n expensetrail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Backend + frontend Deployments: 2 replicas, readiness/liveness probes,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  resource requests, non-root, all capabilities dropped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ClusterIP Services; Ingress routes / → frontend, /api → backend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HPA on backend (CPU 70%, min 2 / max 4); Postgres + PVC in-cluster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Helm hook Job runs Alembic migrations once per release (no replica race)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Argo CD Application (automated sync, prune, self-heal) — manifest present,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  verified via Helm directly; not applied to a cluster in this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95A5"/>
                </a:solidFill>
              </a:defRPr>
            </a:pPr>
            <a:r>
              <a:t>ExpenseTrail  ·  DevSecOps Capstone  ·  github.com/NoiceHax/expensetrail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7 —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9BF5"/>
                </a:solidFill>
              </a:defRPr>
            </a:pPr>
            <a:r>
              <a:t>monitoring/ — Prometheus +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Backend /metrics: request counts + latency histograms per route template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Prometheus (trimmed Helm values) scrapes backend Pods via prometheus.io/* annotations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Grafana provisioned with Prometheus datasource + expensetrail-dashboard.json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Dashboard: req/s by route, 5xx rate, p50/p95/p99 latency, backend pods up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Screenshots: Prometheus Targets page (app UP) + live Grafana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95A5"/>
                </a:solidFill>
              </a:defRPr>
            </a:pPr>
            <a:r>
              <a:t>ExpenseTrail  ·  DevSecOps Capstone  ·  github.com/NoiceHax/expensetrail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8 — Security (DevSecOps)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9BF5"/>
                </a:solidFill>
              </a:defRPr>
            </a:pPr>
            <a:r>
              <a:t>Scanners found real problems — fixed before shipping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Trivy gates both images in CI: fails on fixable HIGH/CRITICAL CVEs.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pip-audit found 14 known CVEs in old Starlette → upgraded FastAPI, pinned Starlette.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Trivy found 42 fixable OS vulns in frontend image → apk upgrade in Dockerfile.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Bandit (SAST) + gitleaks (full-history secret scan) run every pipeline.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One real incident: a K8s Secret value leaked into git history — history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rewritten, script fixed to never print Secrets, gitleaks now clean.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95A5"/>
                </a:solidFill>
              </a:defRPr>
            </a:pPr>
            <a:r>
              <a:t>ExpenseTrail  ·  DevSecOps Capstone  ·  github.com/NoiceHax/expensetrail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9 — 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9BF5"/>
                </a:solidFill>
              </a:defRPr>
            </a:pPr>
            <a:r>
              <a:t>What this project taught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Run scanners before trusting the pipeline — they caught bugs I had just written.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Verify narration against output: two of my own root-cause notes were wrong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  until I read what the commands actually printed.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Some failures are invisible to app metrics (e.g. Ingress 503s with no endpoints)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  — monitor the layer in front of the app too.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Don't run migrations in every replica; generate Secrets, don't commit them.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Be exact about what was and wasn't tested (EKS planned, Argo CD unapplied).</a:t>
            </a:r>
          </a:p>
          <a:p>
            <a:pPr>
              <a:spcAft>
                <a:spcPts val="800"/>
              </a:spcAft>
              <a:defRPr sz="1000"/>
            </a:pP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Live demo order: push ► Actions run ► GHCR images ► terraform plan ►</a:t>
            </a:r>
          </a:p>
          <a:p>
            <a:pPr>
              <a:spcAft>
                <a:spcPts val="800"/>
              </a:spcAft>
              <a:defRPr sz="2000">
                <a:solidFill>
                  <a:srgbClr val="C9D1D9"/>
                </a:solidFill>
              </a:defRPr>
            </a:pPr>
            <a:r>
              <a:t>kubectl get pods/svc/ingress ► Prometheus Targets ► Grafana ► break-and-fix.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95A5"/>
                </a:solidFill>
              </a:defRPr>
            </a:pPr>
            <a:r>
              <a:t>ExpenseTrail  ·  DevSecOps Capstone  ·  github.com/NoiceHax/expensetrail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